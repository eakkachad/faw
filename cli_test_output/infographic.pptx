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0160000" cy="143637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  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r>
              <a:rPr lang="en-US" sz="2800" b="1">
                <a:solidFill>
                  <a:srgbClr val="F9FAFB"/>
                </a:solidFill>
              </a:rPr>
              <a:t>BUILD A 4-STEP AI AGENT DEPLOYMENT</a:t>
            </a:r>
          </a:p>
        </p:txBody>
      </p:sp>
      <p:sp>
        <p:nvSpPr>
          <p:cNvPr id="10" name="Card 1"/>
          <p:cNvSpPr/>
          <p:nvPr/>
        </p:nvSpPr>
        <p:spPr>
          <a:xfrm>
            <a:off x="457200" y="1828800"/>
            <a:ext cx="8229600" cy="914400"/>
          </a:xfrm>
          <a:prstGeom prst="roundRect">
            <a:avLst/>
          </a:prstGeom>
          <a:solidFill>
            <a:srgbClr val="111827"/>
          </a:solidFill>
        </p:spPr>
        <p:txBody>
          <a:bodyPr/>
          <a:lstStyle/>
          <a:p>
            <a:r>
              <a:rPr sz="1600" b="1">
                <a:solidFill>
                  <a:srgbClr val="3B82F6"/>
                </a:solidFill>
              </a:rPr>
              <a:t>1. Intent Understanding</a:t>
            </a:r>
          </a:p>
        </p:txBody>
      </p:sp>
      <p:sp>
        <p:nvSpPr>
          <p:cNvPr id="11" name="Card 2"/>
          <p:cNvSpPr/>
          <p:nvPr/>
        </p:nvSpPr>
        <p:spPr>
          <a:xfrm>
            <a:off x="457200" y="2971800"/>
            <a:ext cx="8229600" cy="914400"/>
          </a:xfrm>
          <a:prstGeom prst="roundRect">
            <a:avLst/>
          </a:prstGeom>
          <a:solidFill>
            <a:srgbClr val="111827"/>
          </a:solidFill>
        </p:spPr>
        <p:txBody>
          <a:bodyPr/>
          <a:lstStyle/>
          <a:p>
            <a:r>
              <a:rPr sz="1600" b="1">
                <a:solidFill>
                  <a:srgbClr val="3B82F6"/>
                </a:solidFill>
              </a:rPr>
              <a:t>2. Constraint Pruning</a:t>
            </a:r>
          </a:p>
        </p:txBody>
      </p:sp>
      <p:sp>
        <p:nvSpPr>
          <p:cNvPr id="12" name="Card 3"/>
          <p:cNvSpPr/>
          <p:nvPr/>
        </p:nvSpPr>
        <p:spPr>
          <a:xfrm>
            <a:off x="457200" y="4114800"/>
            <a:ext cx="8229600" cy="914400"/>
          </a:xfrm>
          <a:prstGeom prst="roundRect">
            <a:avLst/>
          </a:prstGeom>
          <a:solidFill>
            <a:srgbClr val="111827"/>
          </a:solidFill>
        </p:spPr>
        <p:txBody>
          <a:bodyPr/>
          <a:lstStyle/>
          <a:p>
            <a:r>
              <a:rPr sz="1600" b="1">
                <a:solidFill>
                  <a:srgbClr val="3B82F6"/>
                </a:solidFill>
              </a:rPr>
              <a:t>3. Latent MCP Routing</a:t>
            </a:r>
          </a:p>
        </p:txBody>
      </p:sp>
      <p:sp>
        <p:nvSpPr>
          <p:cNvPr id="13" name="Card 4"/>
          <p:cNvSpPr/>
          <p:nvPr/>
        </p:nvSpPr>
        <p:spPr>
          <a:xfrm>
            <a:off x="457200" y="5257800"/>
            <a:ext cx="8229600" cy="914400"/>
          </a:xfrm>
          <a:prstGeom prst="roundRect">
            <a:avLst/>
          </a:prstGeom>
          <a:solidFill>
            <a:srgbClr val="111827"/>
          </a:solidFill>
        </p:spPr>
        <p:txBody>
          <a:bodyPr/>
          <a:lstStyle/>
          <a:p>
            <a:r>
              <a:rPr sz="1600" b="1">
                <a:solidFill>
                  <a:srgbClr val="3B82F6"/>
                </a:solidFill>
              </a:rPr>
              <a:t>4. Vector Rendering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
<Relationships xmlns="http://schemas.openxmlformats.org/package/2006/relationships"/>
</file>

<file path=ppt/theme/theme1.xml><?xml version="1.0" encoding="utf-8"?>
<a:theme xmlns:a="http://schemas.openxmlformats.org/drawingml/2006/main" name="katSVG Theme">
  <a:themeElements>
    <a:clrScheme name="katSVG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katSVG Engine</Application>
  <SlideCount>1</SlideCount>
  <NotesSlideCount>0</NotesSlideCount>
  <PresentationFormat>Custom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katSVG Infographic</dc:title>
  <dc:creator>katSVG Engine</dc:creator>
  <cp:lastModifiedBy>katSVG Engine</cp:lastModifiedBy>
  <dcterms:created xsi:type="dcterms:W3CDTF">2026-01-01T00:00:00Z</dcterms:created>
  <dcterms:modified xsi:type="dcterms:W3CDTF">2026-01-01T00:00:00Z</dcterms:modified>
</cp:coreProperties>
</file>